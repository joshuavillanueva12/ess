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29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88952" cy="288036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09728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Biometric Fingerprint-Based
Employee Attendance and
Monitoring System</a:t>
            </a:r>
            <a:endParaRPr sz="36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Vavasoft</a:t>
            </a:r>
            <a:endParaRPr sz="2800" b="1" i="0">
              <a:solidFill>
                <a:srgbClr val="00B4D8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8046720" y="1371600"/>
            <a:ext cx="4023360" cy="4023360"/>
          </a:xfrm>
          <a:prstGeom prst="ellipse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0" y="2011680"/>
            <a:ext cx="2743200" cy="2743200"/>
          </a:xfrm>
          <a:prstGeom prst="ellipse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0" y="2560320"/>
            <a:ext cx="1645920" cy="1645920"/>
          </a:xfrm>
          <a:prstGeom prst="ellipse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82575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Team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57116" y="1234440"/>
            <a:ext cx="3474720" cy="1234440"/>
          </a:xfrm>
          <a:prstGeom prst="rect">
            <a:avLst/>
          </a:prstGeom>
          <a:solidFill>
            <a:srgbClr val="1A2B5E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7116" y="1307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👑  TEAM LEADER</a:t>
            </a:r>
            <a:endParaRPr sz="1100" b="1" i="0">
              <a:solidFill>
                <a:srgbClr val="00B4D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57116" y="16459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Acosta, Juliana Marie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0684" y="2788920"/>
            <a:ext cx="32918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" y="2862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👤</a:t>
            </a:r>
            <a:endParaRPr sz="1400" b="0" i="0">
              <a:solidFill>
                <a:srgbClr val="00B4D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0684" y="31729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B5E"/>
                </a:solidFill>
              </a:rPr>
              <a:t>Seno</a:t>
            </a:r>
            <a:endParaRPr sz="1500" b="1" i="0">
              <a:solidFill>
                <a:srgbClr val="1A2B5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48556" y="2788920"/>
            <a:ext cx="32918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8556" y="2862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👤</a:t>
            </a:r>
            <a:endParaRPr sz="1400" b="0" i="0">
              <a:solidFill>
                <a:srgbClr val="00B4D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48556" y="31729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B5E"/>
                </a:solidFill>
              </a:rPr>
              <a:t>Villanueva</a:t>
            </a:r>
            <a:endParaRPr sz="1500" b="1" i="0">
              <a:solidFill>
                <a:srgbClr val="1A2B5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96428" y="2788920"/>
            <a:ext cx="32918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6428" y="2862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👤</a:t>
            </a:r>
            <a:endParaRPr sz="1400" b="0" i="0">
              <a:solidFill>
                <a:srgbClr val="00B4D8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96428" y="31729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B5E"/>
                </a:solidFill>
              </a:rPr>
              <a:t>Calvo</a:t>
            </a:r>
            <a:endParaRPr sz="1500" b="1" i="0">
              <a:solidFill>
                <a:srgbClr val="1A2B5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00684" y="3822192"/>
            <a:ext cx="32918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" y="38953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👤</a:t>
            </a:r>
            <a:endParaRPr sz="1400" b="0" i="0">
              <a:solidFill>
                <a:srgbClr val="00B4D8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0684" y="42062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B5E"/>
                </a:solidFill>
              </a:rPr>
              <a:t>Roldan</a:t>
            </a:r>
            <a:endParaRPr sz="1500" b="1" i="0">
              <a:solidFill>
                <a:srgbClr val="1A2B5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48556" y="3822192"/>
            <a:ext cx="32918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8556" y="38953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👤</a:t>
            </a:r>
            <a:endParaRPr sz="1400" b="0" i="0">
              <a:solidFill>
                <a:srgbClr val="00B4D8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48556" y="42062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B5E"/>
                </a:solidFill>
              </a:rPr>
              <a:t>Carijutan</a:t>
            </a:r>
            <a:endParaRPr sz="1500" b="1" i="0">
              <a:solidFill>
                <a:srgbClr val="1A2B5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996428" y="3822192"/>
            <a:ext cx="32918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96428" y="38953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👤</a:t>
            </a:r>
            <a:endParaRPr sz="1400" b="0" i="0">
              <a:solidFill>
                <a:srgbClr val="00B4D8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96428" y="42062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B5E"/>
                </a:solidFill>
              </a:rPr>
              <a:t>Montenegro</a:t>
            </a:r>
            <a:endParaRPr sz="1500" b="1" i="0">
              <a:solidFill>
                <a:srgbClr val="1A2B5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Instructor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4076" y="1554480"/>
            <a:ext cx="640080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54396" y="1691640"/>
            <a:ext cx="1280160" cy="12801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54396" y="1787652"/>
            <a:ext cx="128016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🎓</a:t>
            </a:r>
            <a:endParaRPr sz="2800" b="0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94076" y="3017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ECC"/>
                </a:solidFill>
              </a:rPr>
              <a:t>Project Instructor</a:t>
            </a:r>
            <a:endParaRPr sz="1300" b="0" i="1">
              <a:solidFill>
                <a:srgbClr val="B0BEC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94076" y="33832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B5E"/>
                </a:solidFill>
              </a:rPr>
              <a:t>Mrs. Eleonor Rodriguez</a:t>
            </a:r>
            <a:endParaRPr sz="2600" b="1" i="0">
              <a:solidFill>
                <a:srgbClr val="1A2B5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>
                <a:solidFill>
                  <a:srgbClr val="FFFFFF"/>
                </a:solidFill>
              </a:rPr>
              <a:t>Data Flow Diagram</a:t>
            </a:r>
            <a:endParaRPr lang="en-US" sz="28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  <p:pic>
        <p:nvPicPr>
          <p:cNvPr id="10" name="Picture 9" descr="Untitled diagram-2026-03-01-0650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05" y="1351915"/>
            <a:ext cx="10915015" cy="41541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Hardware ↔ Software ↔ Database</a:t>
            </a:r>
            <a:endParaRPr sz="1400" b="0" i="1">
              <a:solidFill>
                <a:srgbClr val="00B4D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4663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A5A"/>
                </a:solidFill>
              </a:rPr>
              <a:t>▶  Fingerprint Scanner connects via USB/Serial
   to a local Python client application</a:t>
            </a:r>
            <a:endParaRPr sz="1300" b="0" i="0">
              <a:solidFill>
                <a:srgbClr val="444A5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2039112"/>
            <a:ext cx="4663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A5A"/>
                </a:solidFill>
              </a:rPr>
              <a:t>▶  Client sends API requests with biometric data
   to the Django Web Server</a:t>
            </a:r>
            <a:endParaRPr sz="1300" b="0" i="0">
              <a:solidFill>
                <a:srgbClr val="444A5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2843784"/>
            <a:ext cx="4663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A5A"/>
                </a:solidFill>
              </a:rPr>
              <a:t>▶  Django routes to Authentication, Attendance,
   User Mgmt, and Reporting modules</a:t>
            </a:r>
            <a:endParaRPr sz="1300" b="0" i="0">
              <a:solidFill>
                <a:srgbClr val="444A5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3648456"/>
            <a:ext cx="4663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A5A"/>
                </a:solidFill>
              </a:rPr>
              <a:t>▶  All data persisted in PostgreSQL/MySQL with
   automated cloud &amp; local backups</a:t>
            </a:r>
            <a:endParaRPr sz="1300" b="0" i="0">
              <a:solidFill>
                <a:srgbClr val="444A5A"/>
              </a:solidFill>
            </a:endParaRP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8228" y="1143000"/>
            <a:ext cx="5082822" cy="5349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Design (ERD)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Entity-Relationship Diagram</a:t>
            </a:r>
            <a:endParaRPr sz="1400" b="0" i="1">
              <a:solidFill>
                <a:srgbClr val="00B4D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4206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DEPARTMENTS  →  USERS
   Employees mapped to their specific team/dept</a:t>
            </a:r>
            <a:endParaRPr sz="1250" b="0" i="0">
              <a:solidFill>
                <a:srgbClr val="444A5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2002536"/>
            <a:ext cx="4206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USERS  →  FINGERPRINT_DATA
   Unique biometric template per employee</a:t>
            </a:r>
            <a:endParaRPr sz="1250" b="0" i="0">
              <a:solidFill>
                <a:srgbClr val="444A5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2770632"/>
            <a:ext cx="4206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USERS  →  ATTENDANCE
   Daily time-in/time-out records with status</a:t>
            </a:r>
            <a:endParaRPr sz="1250" b="0" i="0">
              <a:solidFill>
                <a:srgbClr val="444A5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3538728"/>
            <a:ext cx="4206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USERS  →  ACTIVITY_LOGS
   Full audit trail: Login / Add / Edit / Delete</a:t>
            </a:r>
            <a:endParaRPr sz="1250" b="0" i="0">
              <a:solidFill>
                <a:srgbClr val="444A5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4306824"/>
            <a:ext cx="4206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SYSTEM_BACKUPS
   Scheduled backup records (Success / Fail)</a:t>
            </a:r>
            <a:endParaRPr sz="1250" b="0" i="0">
              <a:solidFill>
                <a:srgbClr val="444A5A"/>
              </a:solidFill>
            </a:endParaRPr>
          </a:p>
        </p:txBody>
      </p:sp>
      <p:pic>
        <p:nvPicPr>
          <p:cNvPr id="11" name="Picture 10" descr="e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965" y="1097280"/>
            <a:ext cx="7010709" cy="5394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Design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5 Core Application Modules</a:t>
            </a:r>
            <a:endParaRPr sz="1400" b="0" i="1">
              <a:solidFill>
                <a:srgbClr val="00B4D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057400" cy="1645920"/>
          </a:xfrm>
          <a:prstGeom prst="rect">
            <a:avLst/>
          </a:prstGeom>
          <a:solidFill>
            <a:srgbClr val="1A2B5E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4D8"/>
                </a:solidFill>
              </a:rPr>
              <a:t>🔐</a:t>
            </a:r>
            <a:endParaRPr sz="2000" b="0" i="0">
              <a:solidFill>
                <a:srgbClr val="00B4D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1. Authentication</a:t>
            </a:r>
            <a:endParaRPr sz="115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C"/>
                </a:solidFill>
              </a:rPr>
              <a:t>Secure Admin &amp; Employee login</a:t>
            </a:r>
            <a:endParaRPr sz="1000" b="0" i="0">
              <a:solidFill>
                <a:srgbClr val="B0BECC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07208" y="1371600"/>
            <a:ext cx="2057400" cy="1645920"/>
          </a:xfrm>
          <a:prstGeom prst="rect">
            <a:avLst/>
          </a:prstGeom>
          <a:solidFill>
            <a:srgbClr val="1A2B5E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144475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4D8"/>
                </a:solidFill>
              </a:rPr>
              <a:t>🖐</a:t>
            </a:r>
            <a:endParaRPr sz="2000" b="0" i="0">
              <a:solidFill>
                <a:srgbClr val="00B4D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07208" y="18745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2. Attendance</a:t>
            </a:r>
            <a:endParaRPr sz="1150" b="1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07208" y="23774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C"/>
                </a:solidFill>
              </a:rPr>
              <a:t>Fingerprint scan &amp; time log</a:t>
            </a:r>
            <a:endParaRPr sz="1000" b="0" i="0">
              <a:solidFill>
                <a:srgbClr val="B0BECC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65776" y="1371600"/>
            <a:ext cx="2057400" cy="1645920"/>
          </a:xfrm>
          <a:prstGeom prst="rect">
            <a:avLst/>
          </a:prstGeom>
          <a:solidFill>
            <a:srgbClr val="1A2B5E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144475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4D8"/>
                </a:solidFill>
              </a:rPr>
              <a:t>👥</a:t>
            </a:r>
            <a:endParaRPr sz="2000" b="0" i="0">
              <a:solidFill>
                <a:srgbClr val="00B4D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65776" y="18745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3. User Mgmt</a:t>
            </a:r>
            <a:endParaRPr sz="115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65776" y="23774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C"/>
                </a:solidFill>
              </a:rPr>
              <a:t>Add / Edit / Delete employees</a:t>
            </a:r>
            <a:endParaRPr sz="1000" b="0" i="0">
              <a:solidFill>
                <a:srgbClr val="B0BECC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24344" y="1371600"/>
            <a:ext cx="2057400" cy="1645920"/>
          </a:xfrm>
          <a:prstGeom prst="rect">
            <a:avLst/>
          </a:prstGeom>
          <a:solidFill>
            <a:srgbClr val="1A2B5E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4344" y="144475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4D8"/>
                </a:solidFill>
              </a:rPr>
              <a:t>📊</a:t>
            </a:r>
            <a:endParaRPr sz="2000" b="0" i="0">
              <a:solidFill>
                <a:srgbClr val="00B4D8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24344" y="18745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4. Reporting</a:t>
            </a:r>
            <a:endParaRPr sz="1150" b="1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24344" y="23774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C"/>
                </a:solidFill>
              </a:rPr>
              <a:t>Search &amp; filter HR reports</a:t>
            </a:r>
            <a:endParaRPr sz="1000" b="0" i="0">
              <a:solidFill>
                <a:srgbClr val="B0BECC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582912" y="1371600"/>
            <a:ext cx="2057400" cy="1645920"/>
          </a:xfrm>
          <a:prstGeom prst="rect">
            <a:avLst/>
          </a:prstGeom>
          <a:solidFill>
            <a:srgbClr val="1A2B5E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144475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4D8"/>
                </a:solidFill>
              </a:rPr>
              <a:t>💾</a:t>
            </a:r>
            <a:endParaRPr sz="2000" b="0" i="0">
              <a:solidFill>
                <a:srgbClr val="00B4D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82912" y="18745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5. Backup</a:t>
            </a:r>
            <a:endParaRPr sz="115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82912" y="23774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C"/>
                </a:solidFill>
              </a:rPr>
              <a:t>Scheduled automated data backup</a:t>
            </a:r>
            <a:endParaRPr sz="1000" b="0" i="0">
              <a:solidFill>
                <a:srgbClr val="B0BECC"/>
              </a:solidFill>
            </a:endParaRPr>
          </a:p>
        </p:txBody>
      </p:sp>
      <p:pic>
        <p:nvPicPr>
          <p:cNvPr id="26" name="Picture 25" descr="modul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562043"/>
            <a:ext cx="11640312" cy="265999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UI Design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Web-Based Vavasoft Interface</a:t>
            </a:r>
            <a:endParaRPr sz="1400" b="0" i="1">
              <a:solidFill>
                <a:srgbClr val="00B4D8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184708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🏠 Home</a:t>
            </a:r>
            <a:endParaRPr sz="950" b="0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22585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👤 Users</a:t>
            </a:r>
            <a:endParaRPr sz="950" b="0" i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36792" y="267004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🖐 Attend.</a:t>
            </a:r>
            <a:endParaRPr sz="950" b="0" i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36792" y="30815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📊 Reports</a:t>
            </a:r>
            <a:endParaRPr sz="950" b="0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36792" y="34930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💾 Backup</a:t>
            </a:r>
            <a:endParaRPr sz="950" b="0" i="0">
              <a:solidFill>
                <a:srgbClr val="FFFFFF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  <p:pic>
        <p:nvPicPr>
          <p:cNvPr id="55" name="Picture 54" descr="Screenshot 2026-03-01 1155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21790"/>
            <a:ext cx="4340225" cy="4126865"/>
          </a:xfrm>
          <a:prstGeom prst="rect">
            <a:avLst/>
          </a:prstGeom>
        </p:spPr>
      </p:pic>
      <p:pic>
        <p:nvPicPr>
          <p:cNvPr id="56" name="Picture 55" descr="Screenshot 2026-03-01 1157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415" y="1775460"/>
            <a:ext cx="7232650" cy="3582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Logic Flowchart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Fingerprint Scan → Authentication → Attendance Recording</a:t>
            </a:r>
            <a:endParaRPr sz="1400" b="0" i="1">
              <a:solidFill>
                <a:srgbClr val="00B4D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User scans finger  →  template captured
   and sent to Django via API</a:t>
            </a:r>
            <a:endParaRPr sz="1250" b="0" i="0">
              <a:solidFill>
                <a:srgbClr val="444A5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938528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Django checks template against
   FINGERPRINT_DATA table</a:t>
            </a:r>
            <a:endParaRPr sz="1250" b="0" i="0">
              <a:solidFill>
                <a:srgbClr val="444A5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2688336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If no match  →  Access Denied / Retry</a:t>
            </a:r>
            <a:endParaRPr sz="1250" b="0" i="0">
              <a:solidFill>
                <a:srgbClr val="444A5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3438144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If match  →  Duplicate check for today</a:t>
            </a:r>
            <a:endParaRPr sz="1250" b="0" i="0">
              <a:solidFill>
                <a:srgbClr val="444A5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4187952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If no duplicate  →  Attendance recorded
   in ATTENDANCE table + Activity Log</a:t>
            </a:r>
            <a:endParaRPr sz="1250" b="0" i="0">
              <a:solidFill>
                <a:srgbClr val="444A5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493776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A5A"/>
                </a:solidFill>
              </a:rPr>
              <a:t>▶  Role check  →  Admin: Dashboard &amp; Reports
                       Employee: Personal Records</a:t>
            </a:r>
            <a:endParaRPr sz="1250" b="0" i="0">
              <a:solidFill>
                <a:srgbClr val="444A5A"/>
              </a:solidFill>
            </a:endParaRPr>
          </a:p>
        </p:txBody>
      </p:sp>
      <p:pic>
        <p:nvPicPr>
          <p:cNvPr id="12" name="Picture 11" descr="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126" y="1051560"/>
            <a:ext cx="2560945" cy="54406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&amp; Data Integrity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Safeguards built into every layer of the system</a:t>
            </a:r>
            <a:endParaRPr sz="1300" b="0" i="1">
              <a:solidFill>
                <a:srgbClr val="00B4D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892" y="1234440"/>
            <a:ext cx="2743200" cy="3200400"/>
          </a:xfrm>
          <a:prstGeom prst="rect">
            <a:avLst/>
          </a:prstGeom>
          <a:solidFill>
            <a:srgbClr val="12225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🚫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8892" y="18562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Anti-Buddy Punching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0332" y="231343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Physical fingerprint presence required.
Cannot clock-in for another employee.
Prevents time-fraud at the source.</a:t>
            </a:r>
            <a:endParaRPr sz="1100" b="0" i="0">
              <a:solidFill>
                <a:srgbClr val="B0BECC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41548" y="1234440"/>
            <a:ext cx="2743200" cy="3200400"/>
          </a:xfrm>
          <a:prstGeom prst="rect">
            <a:avLst/>
          </a:prstGeom>
          <a:solidFill>
            <a:srgbClr val="12225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1548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🔑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41548" y="18562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Role-Based Access Control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32988" y="231343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Admins access all dashboards &amp; reports.
Employees see only their own records.
Least-privilege security principle.</a:t>
            </a:r>
            <a:endParaRPr sz="1100" b="0" i="0">
              <a:solidFill>
                <a:srgbClr val="B0BEC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04204" y="1234440"/>
            <a:ext cx="2743200" cy="3200400"/>
          </a:xfrm>
          <a:prstGeom prst="rect">
            <a:avLst/>
          </a:prstGeom>
          <a:solidFill>
            <a:srgbClr val="12225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4204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💾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04204" y="18562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Automated Daily Backups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95644" y="231343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Scheduled tasks push data to cloud
and local storage every night.
Success/Fail status recorded in DB.</a:t>
            </a:r>
            <a:endParaRPr sz="1100" b="0" i="0">
              <a:solidFill>
                <a:srgbClr val="B0BECC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66860" y="1234440"/>
            <a:ext cx="2743200" cy="3200400"/>
          </a:xfrm>
          <a:prstGeom prst="rect">
            <a:avLst/>
          </a:prstGeom>
          <a:solidFill>
            <a:srgbClr val="12225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860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📋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66860" y="18562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Full Activity Audit Log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58300" y="2313432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Every Login, Add, Edit, Delete action
is timestamped and logged.
Complete traceability for compliance.</a:t>
            </a:r>
            <a:endParaRPr sz="1100" b="0" i="0">
              <a:solidFill>
                <a:srgbClr val="B0BECC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146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 – Waterfall Model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5236" y="1234440"/>
            <a:ext cx="1691640" cy="960120"/>
          </a:xfrm>
          <a:prstGeom prst="rect">
            <a:avLst/>
          </a:prstGeom>
          <a:solidFill>
            <a:srgbClr val="2ECC71"/>
          </a:solidFill>
          <a:ln w="228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" y="1252728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2B5E"/>
                </a:solidFill>
              </a:rPr>
              <a:t>✅
Requirements
Analysis</a:t>
            </a:r>
            <a:endParaRPr sz="1050" b="1" i="0">
              <a:solidFill>
                <a:srgbClr val="1A2B5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36876" y="1490472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  <a:endParaRPr sz="1400" b="1" i="0">
              <a:solidFill>
                <a:srgbClr val="00B4D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46604" y="1234440"/>
            <a:ext cx="1691640" cy="960120"/>
          </a:xfrm>
          <a:prstGeom prst="rect">
            <a:avLst/>
          </a:prstGeom>
          <a:solidFill>
            <a:srgbClr val="2ECC71"/>
          </a:solidFill>
          <a:ln w="228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6604" y="1252728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2B5E"/>
                </a:solidFill>
              </a:rPr>
              <a:t>✅
System
Design</a:t>
            </a:r>
            <a:endParaRPr sz="1050" b="1" i="0">
              <a:solidFill>
                <a:srgbClr val="1A2B5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38244" y="1490472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  <a:endParaRPr sz="1400" b="1" i="0">
              <a:solidFill>
                <a:srgbClr val="00B4D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47972" y="1234440"/>
            <a:ext cx="1691640" cy="960120"/>
          </a:xfrm>
          <a:prstGeom prst="rect">
            <a:avLst/>
          </a:prstGeom>
          <a:solidFill>
            <a:srgbClr val="00B4D8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7972" y="1252728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2B5E"/>
                </a:solidFill>
              </a:rPr>
              <a:t>⏭
Implementation
(Coding)</a:t>
            </a:r>
            <a:endParaRPr sz="1050" b="1" i="0">
              <a:solidFill>
                <a:srgbClr val="1A2B5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9612" y="1490472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  <a:endParaRPr sz="1400" b="1" i="0">
              <a:solidFill>
                <a:srgbClr val="00B4D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49340" y="1234440"/>
            <a:ext cx="1691640" cy="960120"/>
          </a:xfrm>
          <a:prstGeom prst="rect">
            <a:avLst/>
          </a:prstGeom>
          <a:solidFill>
            <a:srgbClr val="FFFFFF"/>
          </a:solidFill>
          <a:ln w="22860">
            <a:solidFill>
              <a:srgbClr val="B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9340" y="1252728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CC"/>
                </a:solidFill>
              </a:rPr>
              <a:t>⬜
Testing</a:t>
            </a:r>
            <a:endParaRPr sz="1050" b="0" i="0">
              <a:solidFill>
                <a:srgbClr val="B0BECC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40980" y="1490472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  <a:endParaRPr sz="1400" b="1" i="0">
              <a:solidFill>
                <a:srgbClr val="00B4D8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950708" y="1234440"/>
            <a:ext cx="1691640" cy="960120"/>
          </a:xfrm>
          <a:prstGeom prst="rect">
            <a:avLst/>
          </a:prstGeom>
          <a:solidFill>
            <a:srgbClr val="FFFFFF"/>
          </a:solidFill>
          <a:ln w="22860">
            <a:solidFill>
              <a:srgbClr val="B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0708" y="1252728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CC"/>
                </a:solidFill>
              </a:rPr>
              <a:t>⬜
Deployment</a:t>
            </a:r>
            <a:endParaRPr sz="1050" b="0" i="0">
              <a:solidFill>
                <a:srgbClr val="B0BECC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42348" y="1490472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  <a:endParaRPr sz="1400" b="1" i="0">
              <a:solidFill>
                <a:srgbClr val="00B4D8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752076" y="1234440"/>
            <a:ext cx="1691640" cy="960120"/>
          </a:xfrm>
          <a:prstGeom prst="rect">
            <a:avLst/>
          </a:prstGeom>
          <a:solidFill>
            <a:srgbClr val="FFFFFF"/>
          </a:solidFill>
          <a:ln w="22860">
            <a:solidFill>
              <a:srgbClr val="B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2076" y="1252728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CC"/>
                </a:solidFill>
              </a:rPr>
              <a:t>⬜
Maintenance</a:t>
            </a:r>
            <a:endParaRPr sz="1050" b="0" i="0">
              <a:solidFill>
                <a:srgbClr val="B0BECC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30295" y="2386965"/>
            <a:ext cx="502920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735" y="2515108"/>
            <a:ext cx="493776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 Current Status: System Design Phase </a:t>
            </a:r>
            <a:endParaRPr sz="1300" b="1" i="0">
              <a:solidFill>
                <a:srgbClr val="FFFFFF"/>
              </a:solidFill>
            </a:endParaRPr>
          </a:p>
        </p:txBody>
      </p:sp>
      <p:pic>
        <p:nvPicPr>
          <p:cNvPr id="27" name="Picture 26" descr="waterfa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9139" y="3108960"/>
            <a:ext cx="5130673" cy="3428999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5E"/>
                </a:solidFill>
              </a:rPr>
              <a:t>Vavasoft  |  Biometric Attendance &amp; Monitoring System</a:t>
            </a:r>
            <a:endParaRPr sz="900" b="0" i="0">
              <a:solidFill>
                <a:srgbClr val="1A2B5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3176</Words>
  <Application>WPS Presentation</Application>
  <PresentationFormat>On-screen Show (4:3)</PresentationFormat>
  <Paragraphs>210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Kerby Carijutan</cp:lastModifiedBy>
  <cp:revision>5</cp:revision>
  <dcterms:created xsi:type="dcterms:W3CDTF">2013-01-27T09:14:00Z</dcterms:created>
  <dcterms:modified xsi:type="dcterms:W3CDTF">2026-03-01T06:55:02Z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C3B5200B55EC4ED1A5BC21EE20C5A7CE_13</vt:lpwstr>
  </property>
  <property fmtid="{D5CDD505-2E9C-101B-9397-08002B2CF9AE}" pid="3" name="KSOProductBuildVer">
    <vt:lpwstr>1033-12.9.0.21549</vt:lpwstr>
  </property>
</Properties>
</file>